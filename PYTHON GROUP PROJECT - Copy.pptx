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D5B322-205E-4B20-BDBC-7F71BC568620}" v="26" dt="2025-11-06T06:30:41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N KUMAR" userId="970ce394ae9f9312" providerId="LiveId" clId="{0C60650F-AFB9-4F72-B4DE-5CA246A6B5EA}"/>
    <pc:docChg chg="undo custSel addSld delSld modSld">
      <pc:chgData name="SOHAN KUMAR" userId="970ce394ae9f9312" providerId="LiveId" clId="{0C60650F-AFB9-4F72-B4DE-5CA246A6B5EA}" dt="2025-11-06T06:30:41.730" v="2278" actId="27636"/>
      <pc:docMkLst>
        <pc:docMk/>
      </pc:docMkLst>
      <pc:sldChg chg="addSp modSp new del mod">
        <pc:chgData name="SOHAN KUMAR" userId="970ce394ae9f9312" providerId="LiveId" clId="{0C60650F-AFB9-4F72-B4DE-5CA246A6B5EA}" dt="2025-11-06T04:35:02.831" v="6" actId="680"/>
        <pc:sldMkLst>
          <pc:docMk/>
          <pc:sldMk cId="2180989894" sldId="256"/>
        </pc:sldMkLst>
        <pc:picChg chg="add mod">
          <ac:chgData name="SOHAN KUMAR" userId="970ce394ae9f9312" providerId="LiveId" clId="{0C60650F-AFB9-4F72-B4DE-5CA246A6B5EA}" dt="2025-11-06T04:35:02.633" v="5" actId="931"/>
          <ac:picMkLst>
            <pc:docMk/>
            <pc:sldMk cId="2180989894" sldId="256"/>
            <ac:picMk id="5" creationId="{23422652-3B3B-B470-11A0-C30EE3796913}"/>
          </ac:picMkLst>
        </pc:picChg>
      </pc:sldChg>
      <pc:sldChg chg="delSp modSp new mod">
        <pc:chgData name="SOHAN KUMAR" userId="970ce394ae9f9312" providerId="LiveId" clId="{0C60650F-AFB9-4F72-B4DE-5CA246A6B5EA}" dt="2025-11-06T04:40:54.402" v="47" actId="1076"/>
        <pc:sldMkLst>
          <pc:docMk/>
          <pc:sldMk cId="2260171620" sldId="256"/>
        </pc:sldMkLst>
        <pc:spChg chg="mod">
          <ac:chgData name="SOHAN KUMAR" userId="970ce394ae9f9312" providerId="LiveId" clId="{0C60650F-AFB9-4F72-B4DE-5CA246A6B5EA}" dt="2025-11-06T04:40:54.402" v="47" actId="1076"/>
          <ac:spMkLst>
            <pc:docMk/>
            <pc:sldMk cId="2260171620" sldId="256"/>
            <ac:spMk id="2" creationId="{2169A8AE-1ADE-4B1D-0813-91039C9980C0}"/>
          </ac:spMkLst>
        </pc:spChg>
        <pc:spChg chg="del">
          <ac:chgData name="SOHAN KUMAR" userId="970ce394ae9f9312" providerId="LiveId" clId="{0C60650F-AFB9-4F72-B4DE-5CA246A6B5EA}" dt="2025-11-06T04:36:03.286" v="13" actId="478"/>
          <ac:spMkLst>
            <pc:docMk/>
            <pc:sldMk cId="2260171620" sldId="256"/>
            <ac:spMk id="3" creationId="{B82336DB-4AEE-0664-BD7C-E650C1CFDD41}"/>
          </ac:spMkLst>
        </pc:spChg>
      </pc:sldChg>
      <pc:sldChg chg="addSp delSp modSp new mod modClrScheme chgLayout">
        <pc:chgData name="SOHAN KUMAR" userId="970ce394ae9f9312" providerId="LiveId" clId="{0C60650F-AFB9-4F72-B4DE-5CA246A6B5EA}" dt="2025-11-06T04:41:21.596" v="77" actId="20577"/>
        <pc:sldMkLst>
          <pc:docMk/>
          <pc:sldMk cId="83457267" sldId="257"/>
        </pc:sldMkLst>
        <pc:spChg chg="add del mod">
          <ac:chgData name="SOHAN KUMAR" userId="970ce394ae9f9312" providerId="LiveId" clId="{0C60650F-AFB9-4F72-B4DE-5CA246A6B5EA}" dt="2025-11-06T04:37:53.905" v="18" actId="478"/>
          <ac:spMkLst>
            <pc:docMk/>
            <pc:sldMk cId="83457267" sldId="257"/>
            <ac:spMk id="2" creationId="{F0A9C6C1-C17A-1A90-56A4-E8E167F81124}"/>
          </ac:spMkLst>
        </pc:spChg>
        <pc:spChg chg="add mod">
          <ac:chgData name="SOHAN KUMAR" userId="970ce394ae9f9312" providerId="LiveId" clId="{0C60650F-AFB9-4F72-B4DE-5CA246A6B5EA}" dt="2025-11-06T04:41:21.596" v="77" actId="20577"/>
          <ac:spMkLst>
            <pc:docMk/>
            <pc:sldMk cId="83457267" sldId="257"/>
            <ac:spMk id="3" creationId="{E95DA12A-3E37-3ED8-F084-3EDB37CA3F5E}"/>
          </ac:spMkLst>
        </pc:spChg>
      </pc:sldChg>
      <pc:sldChg chg="addSp delSp modSp new mod modClrScheme chgLayout">
        <pc:chgData name="SOHAN KUMAR" userId="970ce394ae9f9312" providerId="LiveId" clId="{0C60650F-AFB9-4F72-B4DE-5CA246A6B5EA}" dt="2025-11-06T04:48:57.934" v="361" actId="20577"/>
        <pc:sldMkLst>
          <pc:docMk/>
          <pc:sldMk cId="2724137844" sldId="258"/>
        </pc:sldMkLst>
        <pc:spChg chg="add del mod">
          <ac:chgData name="SOHAN KUMAR" userId="970ce394ae9f9312" providerId="LiveId" clId="{0C60650F-AFB9-4F72-B4DE-5CA246A6B5EA}" dt="2025-11-06T04:38:51.327" v="25" actId="478"/>
          <ac:spMkLst>
            <pc:docMk/>
            <pc:sldMk cId="2724137844" sldId="258"/>
            <ac:spMk id="2" creationId="{3E62DC96-CF5C-41F8-5BED-D00F0CEE56C3}"/>
          </ac:spMkLst>
        </pc:spChg>
        <pc:spChg chg="add mod">
          <ac:chgData name="SOHAN KUMAR" userId="970ce394ae9f9312" providerId="LiveId" clId="{0C60650F-AFB9-4F72-B4DE-5CA246A6B5EA}" dt="2025-11-06T04:48:57.934" v="361" actId="20577"/>
          <ac:spMkLst>
            <pc:docMk/>
            <pc:sldMk cId="2724137844" sldId="258"/>
            <ac:spMk id="3" creationId="{C6A1FCD2-552C-A4E8-54A6-DB5C0FF04688}"/>
          </ac:spMkLst>
        </pc:spChg>
      </pc:sldChg>
      <pc:sldChg chg="delSp modSp new mod">
        <pc:chgData name="SOHAN KUMAR" userId="970ce394ae9f9312" providerId="LiveId" clId="{0C60650F-AFB9-4F72-B4DE-5CA246A6B5EA}" dt="2025-11-06T06:30:41.687" v="2275" actId="27636"/>
        <pc:sldMkLst>
          <pc:docMk/>
          <pc:sldMk cId="2725300219" sldId="259"/>
        </pc:sldMkLst>
        <pc:spChg chg="del">
          <ac:chgData name="SOHAN KUMAR" userId="970ce394ae9f9312" providerId="LiveId" clId="{0C60650F-AFB9-4F72-B4DE-5CA246A6B5EA}" dt="2025-11-06T04:40:05.140" v="32" actId="478"/>
          <ac:spMkLst>
            <pc:docMk/>
            <pc:sldMk cId="2725300219" sldId="259"/>
            <ac:spMk id="2" creationId="{566BC53E-BC85-5BB0-CB3C-CE577B7184AD}"/>
          </ac:spMkLst>
        </pc:spChg>
        <pc:spChg chg="mod">
          <ac:chgData name="SOHAN KUMAR" userId="970ce394ae9f9312" providerId="LiveId" clId="{0C60650F-AFB9-4F72-B4DE-5CA246A6B5EA}" dt="2025-11-06T06:30:41.687" v="2275" actId="27636"/>
          <ac:spMkLst>
            <pc:docMk/>
            <pc:sldMk cId="2725300219" sldId="259"/>
            <ac:spMk id="3" creationId="{6A5AA30A-7263-398D-308F-CDE1878BF322}"/>
          </ac:spMkLst>
        </pc:spChg>
      </pc:sldChg>
      <pc:sldChg chg="addSp delSp modSp new mod">
        <pc:chgData name="SOHAN KUMAR" userId="970ce394ae9f9312" providerId="LiveId" clId="{0C60650F-AFB9-4F72-B4DE-5CA246A6B5EA}" dt="2025-11-06T06:28:59.170" v="2258" actId="27636"/>
        <pc:sldMkLst>
          <pc:docMk/>
          <pc:sldMk cId="260341282" sldId="260"/>
        </pc:sldMkLst>
        <pc:spChg chg="del">
          <ac:chgData name="SOHAN KUMAR" userId="970ce394ae9f9312" providerId="LiveId" clId="{0C60650F-AFB9-4F72-B4DE-5CA246A6B5EA}" dt="2025-11-06T04:44:18.090" v="88" actId="478"/>
          <ac:spMkLst>
            <pc:docMk/>
            <pc:sldMk cId="260341282" sldId="260"/>
            <ac:spMk id="2" creationId="{7B5DE041-F35F-7106-2AF9-D38C7776D1C5}"/>
          </ac:spMkLst>
        </pc:spChg>
        <pc:spChg chg="del">
          <ac:chgData name="SOHAN KUMAR" userId="970ce394ae9f9312" providerId="LiveId" clId="{0C60650F-AFB9-4F72-B4DE-5CA246A6B5EA}" dt="2025-11-06T04:43:48.505" v="79" actId="931"/>
          <ac:spMkLst>
            <pc:docMk/>
            <pc:sldMk cId="260341282" sldId="260"/>
            <ac:spMk id="3" creationId="{861E9CF1-5E35-38E2-D8E0-20F8A201F388}"/>
          </ac:spMkLst>
        </pc:spChg>
        <pc:spChg chg="mod">
          <ac:chgData name="SOHAN KUMAR" userId="970ce394ae9f9312" providerId="LiveId" clId="{0C60650F-AFB9-4F72-B4DE-5CA246A6B5EA}" dt="2025-11-06T06:28:59.170" v="2258" actId="27636"/>
          <ac:spMkLst>
            <pc:docMk/>
            <pc:sldMk cId="260341282" sldId="260"/>
            <ac:spMk id="4" creationId="{EB361636-A5E4-7F76-E97F-09A4D38EDE38}"/>
          </ac:spMkLst>
        </pc:spChg>
        <pc:spChg chg="add del">
          <ac:chgData name="SOHAN KUMAR" userId="970ce394ae9f9312" providerId="LiveId" clId="{0C60650F-AFB9-4F72-B4DE-5CA246A6B5EA}" dt="2025-11-06T04:46:36.690" v="233" actId="478"/>
          <ac:spMkLst>
            <pc:docMk/>
            <pc:sldMk cId="260341282" sldId="260"/>
            <ac:spMk id="9" creationId="{5FA5CB92-7F33-5299-BA86-5BE5DE4DFCB1}"/>
          </ac:spMkLst>
        </pc:spChg>
        <pc:spChg chg="add del">
          <ac:chgData name="SOHAN KUMAR" userId="970ce394ae9f9312" providerId="LiveId" clId="{0C60650F-AFB9-4F72-B4DE-5CA246A6B5EA}" dt="2025-11-06T04:46:52.454" v="235" actId="478"/>
          <ac:spMkLst>
            <pc:docMk/>
            <pc:sldMk cId="260341282" sldId="260"/>
            <ac:spMk id="10" creationId="{4F354F72-9A08-4B39-5B67-391E19CFE13A}"/>
          </ac:spMkLst>
        </pc:spChg>
        <pc:spChg chg="add del mod">
          <ac:chgData name="SOHAN KUMAR" userId="970ce394ae9f9312" providerId="LiveId" clId="{0C60650F-AFB9-4F72-B4DE-5CA246A6B5EA}" dt="2025-11-06T04:52:32.260" v="497" actId="478"/>
          <ac:spMkLst>
            <pc:docMk/>
            <pc:sldMk cId="260341282" sldId="260"/>
            <ac:spMk id="11" creationId="{A5EAEAE8-A6EE-AF35-D8ED-C1CD542A0411}"/>
          </ac:spMkLst>
        </pc:spChg>
        <pc:spChg chg="add del mod">
          <ac:chgData name="SOHAN KUMAR" userId="970ce394ae9f9312" providerId="LiveId" clId="{0C60650F-AFB9-4F72-B4DE-5CA246A6B5EA}" dt="2025-11-06T04:52:08.680" v="495" actId="478"/>
          <ac:spMkLst>
            <pc:docMk/>
            <pc:sldMk cId="260341282" sldId="260"/>
            <ac:spMk id="12" creationId="{4C76DF3B-41AE-73CE-8500-0A7863BCD5AD}"/>
          </ac:spMkLst>
        </pc:spChg>
        <pc:picChg chg="add mod">
          <ac:chgData name="SOHAN KUMAR" userId="970ce394ae9f9312" providerId="LiveId" clId="{0C60650F-AFB9-4F72-B4DE-5CA246A6B5EA}" dt="2025-11-06T04:52:49.631" v="502" actId="14100"/>
          <ac:picMkLst>
            <pc:docMk/>
            <pc:sldMk cId="260341282" sldId="260"/>
            <ac:picMk id="6" creationId="{6B58141D-0216-5F54-991E-0A533AE8ABED}"/>
          </ac:picMkLst>
        </pc:picChg>
        <pc:cxnChg chg="add del">
          <ac:chgData name="SOHAN KUMAR" userId="970ce394ae9f9312" providerId="LiveId" clId="{0C60650F-AFB9-4F72-B4DE-5CA246A6B5EA}" dt="2025-11-06T04:46:14.534" v="231" actId="478"/>
          <ac:cxnSpMkLst>
            <pc:docMk/>
            <pc:sldMk cId="260341282" sldId="260"/>
            <ac:cxnSpMk id="8" creationId="{6C838E5E-73B0-3DC1-9A64-0A76C9E3A1DA}"/>
          </ac:cxnSpMkLst>
        </pc:cxnChg>
      </pc:sldChg>
      <pc:sldChg chg="addSp delSp modSp new mod">
        <pc:chgData name="SOHAN KUMAR" userId="970ce394ae9f9312" providerId="LiveId" clId="{0C60650F-AFB9-4F72-B4DE-5CA246A6B5EA}" dt="2025-11-06T06:30:41.718" v="2276" actId="27636"/>
        <pc:sldMkLst>
          <pc:docMk/>
          <pc:sldMk cId="3571245899" sldId="261"/>
        </pc:sldMkLst>
        <pc:spChg chg="del mod">
          <ac:chgData name="SOHAN KUMAR" userId="970ce394ae9f9312" providerId="LiveId" clId="{0C60650F-AFB9-4F72-B4DE-5CA246A6B5EA}" dt="2025-11-06T04:56:14.700" v="509" actId="478"/>
          <ac:spMkLst>
            <pc:docMk/>
            <pc:sldMk cId="3571245899" sldId="261"/>
            <ac:spMk id="2" creationId="{74EC4DD1-C36C-F17E-6FD1-C901E01720C4}"/>
          </ac:spMkLst>
        </pc:spChg>
        <pc:spChg chg="del">
          <ac:chgData name="SOHAN KUMAR" userId="970ce394ae9f9312" providerId="LiveId" clId="{0C60650F-AFB9-4F72-B4DE-5CA246A6B5EA}" dt="2025-11-06T04:56:08.550" v="506" actId="931"/>
          <ac:spMkLst>
            <pc:docMk/>
            <pc:sldMk cId="3571245899" sldId="261"/>
            <ac:spMk id="3" creationId="{F88C45AA-217F-F31C-180D-42197C665399}"/>
          </ac:spMkLst>
        </pc:spChg>
        <pc:spChg chg="mod">
          <ac:chgData name="SOHAN KUMAR" userId="970ce394ae9f9312" providerId="LiveId" clId="{0C60650F-AFB9-4F72-B4DE-5CA246A6B5EA}" dt="2025-11-06T06:30:41.718" v="2276" actId="27636"/>
          <ac:spMkLst>
            <pc:docMk/>
            <pc:sldMk cId="3571245899" sldId="261"/>
            <ac:spMk id="4" creationId="{790BBCBF-2CC6-842B-B596-1037E9545CAC}"/>
          </ac:spMkLst>
        </pc:spChg>
        <pc:spChg chg="add">
          <ac:chgData name="SOHAN KUMAR" userId="970ce394ae9f9312" providerId="LiveId" clId="{0C60650F-AFB9-4F72-B4DE-5CA246A6B5EA}" dt="2025-11-06T05:04:55.809" v="668"/>
          <ac:spMkLst>
            <pc:docMk/>
            <pc:sldMk cId="3571245899" sldId="261"/>
            <ac:spMk id="7" creationId="{7D8FF323-89CA-6145-18FD-89905EDAAB1C}"/>
          </ac:spMkLst>
        </pc:spChg>
        <pc:picChg chg="add mod">
          <ac:chgData name="SOHAN KUMAR" userId="970ce394ae9f9312" providerId="LiveId" clId="{0C60650F-AFB9-4F72-B4DE-5CA246A6B5EA}" dt="2025-11-06T04:56:30.956" v="515" actId="14100"/>
          <ac:picMkLst>
            <pc:docMk/>
            <pc:sldMk cId="3571245899" sldId="261"/>
            <ac:picMk id="6" creationId="{5FC0073C-2DCE-6B12-583A-6D14A8F3E28A}"/>
          </ac:picMkLst>
        </pc:picChg>
      </pc:sldChg>
      <pc:sldChg chg="addSp delSp modSp new mod">
        <pc:chgData name="SOHAN KUMAR" userId="970ce394ae9f9312" providerId="LiveId" clId="{0C60650F-AFB9-4F72-B4DE-5CA246A6B5EA}" dt="2025-11-06T05:47:15.456" v="1715" actId="20577"/>
        <pc:sldMkLst>
          <pc:docMk/>
          <pc:sldMk cId="402801073" sldId="262"/>
        </pc:sldMkLst>
        <pc:spChg chg="del">
          <ac:chgData name="SOHAN KUMAR" userId="970ce394ae9f9312" providerId="LiveId" clId="{0C60650F-AFB9-4F72-B4DE-5CA246A6B5EA}" dt="2025-11-06T05:10:18.344" v="869" actId="478"/>
          <ac:spMkLst>
            <pc:docMk/>
            <pc:sldMk cId="402801073" sldId="262"/>
            <ac:spMk id="2" creationId="{07F8B274-422C-2214-9D83-B3F54AEA9E01}"/>
          </ac:spMkLst>
        </pc:spChg>
        <pc:spChg chg="del">
          <ac:chgData name="SOHAN KUMAR" userId="970ce394ae9f9312" providerId="LiveId" clId="{0C60650F-AFB9-4F72-B4DE-5CA246A6B5EA}" dt="2025-11-06T05:10:25.602" v="870" actId="931"/>
          <ac:spMkLst>
            <pc:docMk/>
            <pc:sldMk cId="402801073" sldId="262"/>
            <ac:spMk id="3" creationId="{09BFE1A9-4699-3F9D-4D6A-7DF396E8891B}"/>
          </ac:spMkLst>
        </pc:spChg>
        <pc:spChg chg="mod">
          <ac:chgData name="SOHAN KUMAR" userId="970ce394ae9f9312" providerId="LiveId" clId="{0C60650F-AFB9-4F72-B4DE-5CA246A6B5EA}" dt="2025-11-06T05:47:15.456" v="1715" actId="20577"/>
          <ac:spMkLst>
            <pc:docMk/>
            <pc:sldMk cId="402801073" sldId="262"/>
            <ac:spMk id="4" creationId="{87C76A89-1C3D-95A3-9816-8F649E6E8BD1}"/>
          </ac:spMkLst>
        </pc:spChg>
        <pc:picChg chg="add mod">
          <ac:chgData name="SOHAN KUMAR" userId="970ce394ae9f9312" providerId="LiveId" clId="{0C60650F-AFB9-4F72-B4DE-5CA246A6B5EA}" dt="2025-11-06T05:11:28.927" v="885" actId="1076"/>
          <ac:picMkLst>
            <pc:docMk/>
            <pc:sldMk cId="402801073" sldId="262"/>
            <ac:picMk id="6" creationId="{2C30A13F-09D5-4B53-3F4F-5070AE7474ED}"/>
          </ac:picMkLst>
        </pc:picChg>
      </pc:sldChg>
      <pc:sldChg chg="new del">
        <pc:chgData name="SOHAN KUMAR" userId="970ce394ae9f9312" providerId="LiveId" clId="{0C60650F-AFB9-4F72-B4DE-5CA246A6B5EA}" dt="2025-11-06T05:10:11.970" v="867" actId="2696"/>
        <pc:sldMkLst>
          <pc:docMk/>
          <pc:sldMk cId="2370857431" sldId="262"/>
        </pc:sldMkLst>
      </pc:sldChg>
      <pc:sldChg chg="addSp delSp modSp new mod">
        <pc:chgData name="SOHAN KUMAR" userId="970ce394ae9f9312" providerId="LiveId" clId="{0C60650F-AFB9-4F72-B4DE-5CA246A6B5EA}" dt="2025-11-06T06:30:41.725" v="2277" actId="27636"/>
        <pc:sldMkLst>
          <pc:docMk/>
          <pc:sldMk cId="917558172" sldId="263"/>
        </pc:sldMkLst>
        <pc:spChg chg="del">
          <ac:chgData name="SOHAN KUMAR" userId="970ce394ae9f9312" providerId="LiveId" clId="{0C60650F-AFB9-4F72-B4DE-5CA246A6B5EA}" dt="2025-11-06T05:37:31.208" v="1701" actId="478"/>
          <ac:spMkLst>
            <pc:docMk/>
            <pc:sldMk cId="917558172" sldId="263"/>
            <ac:spMk id="2" creationId="{3EBC26E8-0976-24FB-642A-482C41537DA6}"/>
          </ac:spMkLst>
        </pc:spChg>
        <pc:spChg chg="del">
          <ac:chgData name="SOHAN KUMAR" userId="970ce394ae9f9312" providerId="LiveId" clId="{0C60650F-AFB9-4F72-B4DE-5CA246A6B5EA}" dt="2025-11-06T05:37:25.793" v="1698" actId="931"/>
          <ac:spMkLst>
            <pc:docMk/>
            <pc:sldMk cId="917558172" sldId="263"/>
            <ac:spMk id="3" creationId="{F10864A6-3CB7-75FA-298B-928F7F238A90}"/>
          </ac:spMkLst>
        </pc:spChg>
        <pc:spChg chg="mod">
          <ac:chgData name="SOHAN KUMAR" userId="970ce394ae9f9312" providerId="LiveId" clId="{0C60650F-AFB9-4F72-B4DE-5CA246A6B5EA}" dt="2025-11-06T06:30:41.725" v="2277" actId="27636"/>
          <ac:spMkLst>
            <pc:docMk/>
            <pc:sldMk cId="917558172" sldId="263"/>
            <ac:spMk id="4" creationId="{0D99C122-BE31-2C74-6D51-33CED76EBF60}"/>
          </ac:spMkLst>
        </pc:spChg>
        <pc:picChg chg="add mod">
          <ac:chgData name="SOHAN KUMAR" userId="970ce394ae9f9312" providerId="LiveId" clId="{0C60650F-AFB9-4F72-B4DE-5CA246A6B5EA}" dt="2025-11-06T05:38:51.293" v="1709" actId="14100"/>
          <ac:picMkLst>
            <pc:docMk/>
            <pc:sldMk cId="917558172" sldId="263"/>
            <ac:picMk id="6" creationId="{60E9D237-AA63-32A9-119C-809C8786C1F8}"/>
          </ac:picMkLst>
        </pc:picChg>
      </pc:sldChg>
      <pc:sldChg chg="addSp delSp modSp new mod">
        <pc:chgData name="SOHAN KUMAR" userId="970ce394ae9f9312" providerId="LiveId" clId="{0C60650F-AFB9-4F72-B4DE-5CA246A6B5EA}" dt="2025-11-06T06:12:06.859" v="2093" actId="27636"/>
        <pc:sldMkLst>
          <pc:docMk/>
          <pc:sldMk cId="1318882964" sldId="264"/>
        </pc:sldMkLst>
        <pc:spChg chg="del">
          <ac:chgData name="SOHAN KUMAR" userId="970ce394ae9f9312" providerId="LiveId" clId="{0C60650F-AFB9-4F72-B4DE-5CA246A6B5EA}" dt="2025-11-06T05:53:54.177" v="1951" actId="478"/>
          <ac:spMkLst>
            <pc:docMk/>
            <pc:sldMk cId="1318882964" sldId="264"/>
            <ac:spMk id="2" creationId="{FC5C0FC3-4427-44B1-4964-9736D1FF5DC0}"/>
          </ac:spMkLst>
        </pc:spChg>
        <pc:spChg chg="del">
          <ac:chgData name="SOHAN KUMAR" userId="970ce394ae9f9312" providerId="LiveId" clId="{0C60650F-AFB9-4F72-B4DE-5CA246A6B5EA}" dt="2025-11-06T06:00:18.047" v="1952" actId="931"/>
          <ac:spMkLst>
            <pc:docMk/>
            <pc:sldMk cId="1318882964" sldId="264"/>
            <ac:spMk id="3" creationId="{80881F9E-7C96-9CDE-EB7A-5312D3CCA882}"/>
          </ac:spMkLst>
        </pc:spChg>
        <pc:spChg chg="mod">
          <ac:chgData name="SOHAN KUMAR" userId="970ce394ae9f9312" providerId="LiveId" clId="{0C60650F-AFB9-4F72-B4DE-5CA246A6B5EA}" dt="2025-11-06T06:12:06.859" v="2093" actId="27636"/>
          <ac:spMkLst>
            <pc:docMk/>
            <pc:sldMk cId="1318882964" sldId="264"/>
            <ac:spMk id="4" creationId="{BC542618-7410-023B-1B7B-B6F58F628CD0}"/>
          </ac:spMkLst>
        </pc:spChg>
        <pc:picChg chg="add mod">
          <ac:chgData name="SOHAN KUMAR" userId="970ce394ae9f9312" providerId="LiveId" clId="{0C60650F-AFB9-4F72-B4DE-5CA246A6B5EA}" dt="2025-11-06T06:03:58.977" v="1969" actId="1076"/>
          <ac:picMkLst>
            <pc:docMk/>
            <pc:sldMk cId="1318882964" sldId="264"/>
            <ac:picMk id="6" creationId="{45BA67AA-99D3-E474-791D-9A455CC454BA}"/>
          </ac:picMkLst>
        </pc:picChg>
      </pc:sldChg>
      <pc:sldChg chg="addSp delSp modSp new mod">
        <pc:chgData name="SOHAN KUMAR" userId="970ce394ae9f9312" providerId="LiveId" clId="{0C60650F-AFB9-4F72-B4DE-5CA246A6B5EA}" dt="2025-11-06T06:28:59.203" v="2261" actId="27636"/>
        <pc:sldMkLst>
          <pc:docMk/>
          <pc:sldMk cId="2945426119" sldId="265"/>
        </pc:sldMkLst>
        <pc:spChg chg="del">
          <ac:chgData name="SOHAN KUMAR" userId="970ce394ae9f9312" providerId="LiveId" clId="{0C60650F-AFB9-4F72-B4DE-5CA246A6B5EA}" dt="2025-11-06T06:13:27.545" v="2098" actId="478"/>
          <ac:spMkLst>
            <pc:docMk/>
            <pc:sldMk cId="2945426119" sldId="265"/>
            <ac:spMk id="2" creationId="{5442B61A-D5FF-82B6-41A7-44633FB466DD}"/>
          </ac:spMkLst>
        </pc:spChg>
        <pc:spChg chg="del">
          <ac:chgData name="SOHAN KUMAR" userId="970ce394ae9f9312" providerId="LiveId" clId="{0C60650F-AFB9-4F72-B4DE-5CA246A6B5EA}" dt="2025-11-06T06:13:15.695" v="2095" actId="931"/>
          <ac:spMkLst>
            <pc:docMk/>
            <pc:sldMk cId="2945426119" sldId="265"/>
            <ac:spMk id="3" creationId="{F20D09E9-172A-B556-C3CB-5955F455EFCE}"/>
          </ac:spMkLst>
        </pc:spChg>
        <pc:spChg chg="mod">
          <ac:chgData name="SOHAN KUMAR" userId="970ce394ae9f9312" providerId="LiveId" clId="{0C60650F-AFB9-4F72-B4DE-5CA246A6B5EA}" dt="2025-11-06T06:28:59.203" v="2261" actId="27636"/>
          <ac:spMkLst>
            <pc:docMk/>
            <pc:sldMk cId="2945426119" sldId="265"/>
            <ac:spMk id="4" creationId="{4A6FCDC1-FAF8-E991-45FE-E870D14CC17D}"/>
          </ac:spMkLst>
        </pc:spChg>
        <pc:picChg chg="add mod">
          <ac:chgData name="SOHAN KUMAR" userId="970ce394ae9f9312" providerId="LiveId" clId="{0C60650F-AFB9-4F72-B4DE-5CA246A6B5EA}" dt="2025-11-06T06:13:47.876" v="2105" actId="1076"/>
          <ac:picMkLst>
            <pc:docMk/>
            <pc:sldMk cId="2945426119" sldId="265"/>
            <ac:picMk id="6" creationId="{773CEEA5-DBA3-BC83-6E52-4DC25E08AAF2}"/>
          </ac:picMkLst>
        </pc:picChg>
      </pc:sldChg>
      <pc:sldChg chg="addSp delSp new del mod">
        <pc:chgData name="SOHAN KUMAR" userId="970ce394ae9f9312" providerId="LiveId" clId="{0C60650F-AFB9-4F72-B4DE-5CA246A6B5EA}" dt="2025-11-06T06:20:19.452" v="2176" actId="2696"/>
        <pc:sldMkLst>
          <pc:docMk/>
          <pc:sldMk cId="963342466" sldId="266"/>
        </pc:sldMkLst>
        <pc:spChg chg="add del">
          <ac:chgData name="SOHAN KUMAR" userId="970ce394ae9f9312" providerId="LiveId" clId="{0C60650F-AFB9-4F72-B4DE-5CA246A6B5EA}" dt="2025-11-06T06:20:11.494" v="2175" actId="478"/>
          <ac:spMkLst>
            <pc:docMk/>
            <pc:sldMk cId="963342466" sldId="266"/>
            <ac:spMk id="2" creationId="{B2499E5F-547A-E63C-558C-5C00ECE5FAB9}"/>
          </ac:spMkLst>
        </pc:spChg>
      </pc:sldChg>
      <pc:sldChg chg="addSp delSp modSp new mod">
        <pc:chgData name="SOHAN KUMAR" userId="970ce394ae9f9312" providerId="LiveId" clId="{0C60650F-AFB9-4F72-B4DE-5CA246A6B5EA}" dt="2025-11-06T06:30:41.730" v="2278" actId="27636"/>
        <pc:sldMkLst>
          <pc:docMk/>
          <pc:sldMk cId="4256065240" sldId="266"/>
        </pc:sldMkLst>
        <pc:spChg chg="del">
          <ac:chgData name="SOHAN KUMAR" userId="970ce394ae9f9312" providerId="LiveId" clId="{0C60650F-AFB9-4F72-B4DE-5CA246A6B5EA}" dt="2025-11-06T06:21:18.538" v="2186" actId="478"/>
          <ac:spMkLst>
            <pc:docMk/>
            <pc:sldMk cId="4256065240" sldId="266"/>
            <ac:spMk id="2" creationId="{AC641357-05F8-AA5A-7ACE-2E50A815B82E}"/>
          </ac:spMkLst>
        </pc:spChg>
        <pc:spChg chg="del">
          <ac:chgData name="SOHAN KUMAR" userId="970ce394ae9f9312" providerId="LiveId" clId="{0C60650F-AFB9-4F72-B4DE-5CA246A6B5EA}" dt="2025-11-06T06:21:01.440" v="2178" actId="931"/>
          <ac:spMkLst>
            <pc:docMk/>
            <pc:sldMk cId="4256065240" sldId="266"/>
            <ac:spMk id="3" creationId="{EE818243-7AD0-C7F9-04B1-0F2009ABA613}"/>
          </ac:spMkLst>
        </pc:spChg>
        <pc:spChg chg="mod">
          <ac:chgData name="SOHAN KUMAR" userId="970ce394ae9f9312" providerId="LiveId" clId="{0C60650F-AFB9-4F72-B4DE-5CA246A6B5EA}" dt="2025-11-06T06:30:41.730" v="2278" actId="27636"/>
          <ac:spMkLst>
            <pc:docMk/>
            <pc:sldMk cId="4256065240" sldId="266"/>
            <ac:spMk id="4" creationId="{77AF2107-9940-4FC9-F6B1-B7AB887DA939}"/>
          </ac:spMkLst>
        </pc:spChg>
        <pc:picChg chg="add mod">
          <ac:chgData name="SOHAN KUMAR" userId="970ce394ae9f9312" providerId="LiveId" clId="{0C60650F-AFB9-4F72-B4DE-5CA246A6B5EA}" dt="2025-11-06T06:21:16.367" v="2185" actId="1076"/>
          <ac:picMkLst>
            <pc:docMk/>
            <pc:sldMk cId="4256065240" sldId="266"/>
            <ac:picMk id="6" creationId="{05AEE481-3290-E531-0DF3-A972F2D515FA}"/>
          </ac:picMkLst>
        </pc:picChg>
      </pc:sldChg>
      <pc:sldChg chg="addSp delSp modSp new mod">
        <pc:chgData name="SOHAN KUMAR" userId="970ce394ae9f9312" providerId="LiveId" clId="{0C60650F-AFB9-4F72-B4DE-5CA246A6B5EA}" dt="2025-11-06T06:27:55.331" v="2256" actId="122"/>
        <pc:sldMkLst>
          <pc:docMk/>
          <pc:sldMk cId="882115023" sldId="267"/>
        </pc:sldMkLst>
        <pc:spChg chg="mod">
          <ac:chgData name="SOHAN KUMAR" userId="970ce394ae9f9312" providerId="LiveId" clId="{0C60650F-AFB9-4F72-B4DE-5CA246A6B5EA}" dt="2025-11-06T06:27:55.331" v="2256" actId="122"/>
          <ac:spMkLst>
            <pc:docMk/>
            <pc:sldMk cId="882115023" sldId="267"/>
            <ac:spMk id="2" creationId="{DEA106DF-BCB5-BB30-6C97-8C0B14DCADBD}"/>
          </ac:spMkLst>
        </pc:spChg>
        <pc:spChg chg="add del">
          <ac:chgData name="SOHAN KUMAR" userId="970ce394ae9f9312" providerId="LiveId" clId="{0C60650F-AFB9-4F72-B4DE-5CA246A6B5EA}" dt="2025-11-06T06:27:25.300" v="2250" actId="478"/>
          <ac:spMkLst>
            <pc:docMk/>
            <pc:sldMk cId="882115023" sldId="267"/>
            <ac:spMk id="4" creationId="{30F12D83-A5A4-2F3D-32BA-D6C6696E75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0AE0C-992B-4654-8A64-4625695C5E6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099C6-7E63-4667-9AEE-A3A10E875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9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099C6-7E63-4667-9AEE-A3A10E87591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40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405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80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556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56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77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250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79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54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91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62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039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4435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881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33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288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769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56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667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A8AE-1ADE-4B1D-0813-91039C998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547"/>
            <a:ext cx="9144000" cy="3087329"/>
          </a:xfrm>
        </p:spPr>
        <p:txBody>
          <a:bodyPr>
            <a:normAutofit/>
          </a:bodyPr>
          <a:lstStyle/>
          <a:p>
            <a:r>
              <a:rPr lang="en-IN" sz="4000" b="1" dirty="0"/>
              <a:t>The Data-Driven Car Buying Assistant: An Analysis of the Indian Used Car Market</a:t>
            </a:r>
            <a:br>
              <a:rPr lang="en-IN" sz="4000" dirty="0"/>
            </a:b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260171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DA12A-3E37-3ED8-F084-3EDB37CA3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2" y="79323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used car market in India is a vast, complex, and often uncertain environment for buyers and sellers. In short it is messy. A customer standing in a dealership and a dealer trying to price their inventory face the same fundamental questions: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 What is this car </a:t>
            </a:r>
            <a:r>
              <a:rPr lang="en-IN" b="1" i="1" dirty="0"/>
              <a:t>really</a:t>
            </a:r>
            <a:r>
              <a:rPr lang="en-IN" b="1" dirty="0"/>
              <a:t> worth? </a:t>
            </a:r>
            <a:endParaRPr lang="en-IN" dirty="0"/>
          </a:p>
          <a:p>
            <a:r>
              <a:rPr lang="en-IN" b="1" dirty="0"/>
              <a:t>What factors </a:t>
            </a:r>
            <a:r>
              <a:rPr lang="en-IN" b="1" i="1" dirty="0"/>
              <a:t>truly</a:t>
            </a:r>
            <a:r>
              <a:rPr lang="en-IN" b="1" dirty="0"/>
              <a:t> drive its price? </a:t>
            </a:r>
            <a:endParaRPr lang="en-IN" dirty="0"/>
          </a:p>
          <a:p>
            <a:r>
              <a:rPr lang="en-IN" b="1" dirty="0"/>
              <a:t>And how can I be sure I'm making a good financial decision?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5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1FCD2-552C-A4E8-54A6-DB5C0FF04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966452"/>
            <a:ext cx="10515600" cy="3178124"/>
          </a:xfrm>
        </p:spPr>
        <p:txBody>
          <a:bodyPr/>
          <a:lstStyle/>
          <a:p>
            <a:pPr marL="0" indent="0">
              <a:buNone/>
            </a:pPr>
            <a:r>
              <a:rPr lang="en-IN" sz="3600" dirty="0"/>
              <a:t>This report documents our "Data-Driven Car Buying Assistant," a project built using </a:t>
            </a:r>
            <a:r>
              <a:rPr lang="en-IN" sz="3600" b="1" u="sng" dirty="0"/>
              <a:t>Python, Pandas, and NumPy</a:t>
            </a:r>
            <a:r>
              <a:rPr lang="en-IN" sz="3600" dirty="0"/>
              <a:t> to </a:t>
            </a:r>
            <a:r>
              <a:rPr lang="en-IN" sz="3600" dirty="0" err="1"/>
              <a:t>analyze</a:t>
            </a:r>
            <a:r>
              <a:rPr lang="en-IN" sz="3600" dirty="0"/>
              <a:t> a real-world dataset of over 2,000 used car listings from </a:t>
            </a:r>
            <a:r>
              <a:rPr lang="en-IN" sz="3600" dirty="0" err="1"/>
              <a:t>CarDekho</a:t>
            </a:r>
            <a:r>
              <a:rPr lang="en-IN" sz="3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13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AA30A-7263-398D-308F-CDE1878BF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606425"/>
            <a:ext cx="10515600" cy="57648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Our analysis confirms that a car's price is not arbitrary. We've quantitatively proven: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b="1" dirty="0"/>
              <a:t>Wear-and-Tear is Real:</a:t>
            </a:r>
            <a:r>
              <a:rPr lang="en-IN" dirty="0"/>
              <a:t> </a:t>
            </a:r>
            <a:r>
              <a:rPr lang="en-IN" b="1" dirty="0"/>
              <a:t>age </a:t>
            </a:r>
            <a:r>
              <a:rPr lang="en-IN" dirty="0"/>
              <a:t>and </a:t>
            </a:r>
            <a:r>
              <a:rPr lang="en-IN" b="1" dirty="0" err="1"/>
              <a:t>kms_driven</a:t>
            </a:r>
            <a:r>
              <a:rPr lang="en-IN" b="1" dirty="0"/>
              <a:t> </a:t>
            </a:r>
            <a:r>
              <a:rPr lang="en-IN" dirty="0"/>
              <a:t>are the strongest negative factors, giving buyers a clear negotiating tool.</a:t>
            </a:r>
          </a:p>
          <a:p>
            <a:pPr lvl="0"/>
            <a:r>
              <a:rPr lang="en-IN" b="1" dirty="0"/>
              <a:t>Not All Brands Are Equal:</a:t>
            </a:r>
            <a:r>
              <a:rPr lang="en-IN" dirty="0"/>
              <a:t> We identified brands like Toyota and Honda that hold their value exceptionally well, while others (like Chevrolet) show significant depreciation, offering "</a:t>
            </a:r>
            <a:r>
              <a:rPr lang="en-IN" b="1" dirty="0"/>
              <a:t>resale loss</a:t>
            </a:r>
            <a:r>
              <a:rPr lang="en-IN" dirty="0"/>
              <a:t>" insights for customers.</a:t>
            </a:r>
          </a:p>
          <a:p>
            <a:pPr lvl="0"/>
            <a:r>
              <a:rPr lang="en-IN" b="1" dirty="0"/>
              <a:t>Features Have a Price Tag:</a:t>
            </a:r>
            <a:r>
              <a:rPr lang="en-IN" dirty="0"/>
              <a:t> We found that </a:t>
            </a:r>
            <a:r>
              <a:rPr lang="en-IN" b="1" dirty="0"/>
              <a:t>Automatic cars</a:t>
            </a:r>
            <a:r>
              <a:rPr lang="en-IN" dirty="0"/>
              <a:t>, </a:t>
            </a:r>
            <a:r>
              <a:rPr lang="en-IN" b="1" dirty="0"/>
              <a:t>Diesel engines,</a:t>
            </a:r>
            <a:r>
              <a:rPr lang="en-IN" dirty="0"/>
              <a:t> and </a:t>
            </a:r>
            <a:r>
              <a:rPr lang="en-IN" b="1" dirty="0"/>
              <a:t>First Owner</a:t>
            </a:r>
            <a:r>
              <a:rPr lang="en-IN" dirty="0"/>
              <a:t> vehicles command a significant and quantifiable price premium over their counterparts.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30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black and white screen&#10;&#10;AI-generated content may be incorrect.">
            <a:extLst>
              <a:ext uri="{FF2B5EF4-FFF2-40B4-BE49-F238E27FC236}">
                <a16:creationId xmlns:a16="http://schemas.microsoft.com/office/drawing/2014/main" id="{6B58141D-0216-5F54-991E-0A533AE8AB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9" y="796413"/>
            <a:ext cx="7403692" cy="439501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61636-A5E4-7F76-E97F-09A4D38ED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63464" y="1366685"/>
            <a:ext cx="4117258" cy="2721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took a dataset from </a:t>
            </a:r>
            <a:r>
              <a:rPr lang="en-US" b="1" dirty="0"/>
              <a:t>Kaggle </a:t>
            </a:r>
            <a:r>
              <a:rPr lang="en-US" dirty="0"/>
              <a:t>where we took the details of more than 2k cars. It is the data.csv file where we accessed the information for python file.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0341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omputer screen with text on it">
            <a:extLst>
              <a:ext uri="{FF2B5EF4-FFF2-40B4-BE49-F238E27FC236}">
                <a16:creationId xmlns:a16="http://schemas.microsoft.com/office/drawing/2014/main" id="{5FC0073C-2DCE-6B12-583A-6D14A8F3E2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96" y="1347020"/>
            <a:ext cx="5837904" cy="352219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BBCBF-2CC6-842B-B596-1037E9545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759" y="333930"/>
            <a:ext cx="5181600" cy="675518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First ,we imported the </a:t>
            </a:r>
            <a:r>
              <a:rPr lang="en-US" sz="2400" b="1" dirty="0"/>
              <a:t>Pandas</a:t>
            </a:r>
            <a:r>
              <a:rPr lang="en-US" sz="2400" dirty="0"/>
              <a:t> module to use the csv file.</a:t>
            </a:r>
          </a:p>
          <a:p>
            <a:r>
              <a:rPr lang="en-US" sz="2400" dirty="0"/>
              <a:t>Then we defined a function to load and clean the data.</a:t>
            </a:r>
          </a:p>
          <a:p>
            <a:r>
              <a:rPr lang="en-US" sz="2400" dirty="0"/>
              <a:t>Standardize Text: This is its main job. It loops through all text columns (Make, Fuel Type, etc.) and converts them to </a:t>
            </a:r>
            <a:r>
              <a:rPr lang="en-US" sz="2400" b="1" dirty="0"/>
              <a:t>Title Case</a:t>
            </a:r>
            <a:r>
              <a:rPr lang="en-US" sz="2400" dirty="0"/>
              <a:t> (e.g., petrol becomes Petrol, HYUNDAI becomes Hyundai). This is crucial for matching user input.</a:t>
            </a:r>
          </a:p>
          <a:p>
            <a:r>
              <a:rPr lang="en-IN" sz="2600" dirty="0"/>
              <a:t>It finds the missing values, drop the rows which has missing columns, converts </a:t>
            </a:r>
            <a:r>
              <a:rPr lang="en-IN" sz="2600" b="1" dirty="0"/>
              <a:t>YEAR column </a:t>
            </a:r>
            <a:r>
              <a:rPr lang="en-IN" sz="2600" dirty="0"/>
              <a:t>to a number and returns completely cleaned data.</a:t>
            </a:r>
          </a:p>
        </p:txBody>
      </p:sp>
    </p:spTree>
    <p:extLst>
      <p:ext uri="{BB962C8B-B14F-4D97-AF65-F5344CB8AC3E}">
        <p14:creationId xmlns:p14="http://schemas.microsoft.com/office/powerpoint/2010/main" val="357124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C30A13F-09D5-4B53-3F4F-5070AE7474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7" y="883315"/>
            <a:ext cx="6387815" cy="469546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76A89-1C3D-95A3-9816-8F649E6E8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4426" y="883315"/>
            <a:ext cx="4785852" cy="5891828"/>
          </a:xfrm>
        </p:spPr>
        <p:txBody>
          <a:bodyPr>
            <a:normAutofit/>
          </a:bodyPr>
          <a:lstStyle/>
          <a:p>
            <a:r>
              <a:rPr lang="en-US" sz="2000" dirty="0"/>
              <a:t>Here, this function is used for the user input where we would get to know his/her desired qualifications for the car he/she wants to buy.</a:t>
            </a:r>
          </a:p>
          <a:p>
            <a:r>
              <a:rPr lang="en-US" sz="2000" b="1" dirty="0"/>
              <a:t>“Criteria” </a:t>
            </a:r>
            <a:r>
              <a:rPr lang="en-US" sz="2000" dirty="0"/>
              <a:t>dictionary is used to store all the answers</a:t>
            </a:r>
          </a:p>
          <a:p>
            <a:r>
              <a:rPr lang="en-US" sz="2000" dirty="0"/>
              <a:t>In fact, we even took a </a:t>
            </a:r>
            <a:r>
              <a:rPr lang="en-US" sz="2000" b="1" dirty="0"/>
              <a:t>15% buffer price range</a:t>
            </a:r>
            <a:r>
              <a:rPr lang="en-US" sz="2000" dirty="0"/>
              <a:t> so as customer would get the idea of the cars near to his/her budget too.</a:t>
            </a:r>
          </a:p>
          <a:p>
            <a:r>
              <a:rPr lang="en-IN" sz="2000" dirty="0"/>
              <a:t>Similarly, we took Oldest Year, fuel type, maximum kilometres driven, transmission type, preferred make even the owner type too to help the user find the desired car.</a:t>
            </a:r>
          </a:p>
        </p:txBody>
      </p:sp>
    </p:spTree>
    <p:extLst>
      <p:ext uri="{BB962C8B-B14F-4D97-AF65-F5344CB8AC3E}">
        <p14:creationId xmlns:p14="http://schemas.microsoft.com/office/powerpoint/2010/main" val="40280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0E9D237-AA63-32A9-119C-809C8786C1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71" y="640402"/>
            <a:ext cx="6565511" cy="538923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9C122-BE31-2C74-6D51-33CED76EB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1239" y="1806753"/>
            <a:ext cx="4776019" cy="3056527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It is used to print the results neatly, define which columns to show.</a:t>
            </a:r>
          </a:p>
          <a:p>
            <a:endParaRPr lang="en-US" sz="2600" dirty="0"/>
          </a:p>
          <a:p>
            <a:r>
              <a:rPr lang="en-US" sz="2600" dirty="0"/>
              <a:t>It renames column for multi-line display. It fixes the formatting and prints the results without the index number.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558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45BA67AA-99D3-E474-791D-9A455CC454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7" y="927919"/>
            <a:ext cx="6345997" cy="500216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42618-7410-023B-1B7B-B6F58F628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3645" y="927919"/>
            <a:ext cx="5181600" cy="5002161"/>
          </a:xfrm>
        </p:spPr>
        <p:txBody>
          <a:bodyPr>
            <a:normAutofit/>
          </a:bodyPr>
          <a:lstStyle/>
          <a:p>
            <a:r>
              <a:rPr lang="en-US" dirty="0"/>
              <a:t>It calls all the user defined functions which we defined above.</a:t>
            </a:r>
          </a:p>
          <a:p>
            <a:r>
              <a:rPr lang="en-US" dirty="0"/>
              <a:t>Start Loop: It starts a while True loop to let the user search repeatedly.</a:t>
            </a:r>
          </a:p>
          <a:p>
            <a:r>
              <a:rPr lang="en-US" dirty="0"/>
              <a:t>If no cars are found, it checks if the user specified a specific ‘make’ (e.g., "Honda").</a:t>
            </a:r>
          </a:p>
          <a:p>
            <a:r>
              <a:rPr lang="en-US" dirty="0"/>
              <a:t>The loop starts over, asking for new criteria.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882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773CEEA5-DBA3-BC83-6E52-4DC25E08AA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34" y="2248411"/>
            <a:ext cx="6644033" cy="196962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FCDC1-FAF8-E991-45FE-E870D14CC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38220" y="2526892"/>
            <a:ext cx="4402394" cy="1238864"/>
          </a:xfrm>
        </p:spPr>
        <p:txBody>
          <a:bodyPr>
            <a:normAutofit/>
          </a:bodyPr>
          <a:lstStyle/>
          <a:p>
            <a:r>
              <a:rPr lang="en-US" dirty="0"/>
              <a:t>It is the standard python line to run main() function.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426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05AEE481-3290-E531-0DF3-A972F2D515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25" y="1986116"/>
            <a:ext cx="6804515" cy="342162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F2107-9940-4FC9-F6B1-B7AB887DA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2851" y="2664542"/>
            <a:ext cx="4176252" cy="12388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000" dirty="0"/>
              <a:t>This is the random output.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256065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06DF-BCB5-BB30-6C97-8C0B14DC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594" y="1799303"/>
            <a:ext cx="5476567" cy="2900516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21150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118</TotalTime>
  <Words>589</Words>
  <Application>Microsoft Office PowerPoint</Application>
  <PresentationFormat>Widescreen</PresentationFormat>
  <Paragraphs>34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Tw Cen MT</vt:lpstr>
      <vt:lpstr>Circuit</vt:lpstr>
      <vt:lpstr>The Data-Driven Car Buying Assistant: An Analysis of the Indian Used Car Market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SOHAN KUMAR</dc:creator>
  <cp:lastModifiedBy>SOHAN KUMAR</cp:lastModifiedBy>
  <cp:revision>1</cp:revision>
  <dcterms:created xsi:type="dcterms:W3CDTF">2025-11-06T04:33:17Z</dcterms:created>
  <dcterms:modified xsi:type="dcterms:W3CDTF">2025-11-06T06:31:45Z</dcterms:modified>
</cp:coreProperties>
</file>